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1" d="100"/>
          <a:sy n="51" d="100"/>
        </p:scale>
        <p:origin x="869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7258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206240" cy="42062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789920" y="4206240"/>
            <a:ext cx="3291840" cy="32918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PROGRAMMING  ·  RWU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PolySignal</a:t>
            </a:r>
            <a:endParaRPr lang="en-US" sz="68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public Polymarket wallet behavior into organized, searchable, alertable intelligence.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Habib Asfahani   ·   Matrikel-Nr. 15647172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Dr.-Ing. Tobias Miunske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79476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1E2761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96112" y="4041648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96112" y="40416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554480" y="40690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96112" y="4736592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Traders, researchers &amp; journalists manually check dozens of wallets, markets, sizes and unusual activity across Polymarket — slow and easy to miss.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16552" y="379476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1E2761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72584" y="4041648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72584" y="40416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330952" y="40690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72584" y="4736592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to add wallets, refresh trades from the public API, filter activity, flag large/unusual trades, export data, and receive Telegram alerts.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93024" y="379476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1E2761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449056" y="4041648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449056" y="40416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107424" y="40690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Entrepreneurial value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49056" y="4736592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monitoring tool. Pro target $49/mo, benchmarked against comparable prediction-market analytics tools — to be validated with the first user cohort.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61996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trading bot — a monitoring &amp; analysis tool.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PolySignal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&amp; Methodology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concerns: refresh pulls external data · pages read only stored data · ML &amp; alerts run from saved records.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481328" cy="1051560"/>
          </a:xfrm>
          <a:prstGeom prst="roundRect">
            <a:avLst>
              <a:gd name="adj" fmla="val 6957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48132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011680" y="1874520"/>
            <a:ext cx="2377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231136" y="1874520"/>
            <a:ext cx="1481328" cy="1051560"/>
          </a:xfrm>
          <a:prstGeom prst="roundRect">
            <a:avLst>
              <a:gd name="adj" fmla="val 695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31136" y="1874520"/>
            <a:ext cx="148132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Polymarket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94176" y="1874520"/>
            <a:ext cx="2377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913632" y="1874520"/>
            <a:ext cx="1481328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913632" y="1874520"/>
            <a:ext cx="148132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376672" y="1874520"/>
            <a:ext cx="2377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596128" y="1874520"/>
            <a:ext cx="1481328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596128" y="1874520"/>
            <a:ext cx="148132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059168" y="1874520"/>
            <a:ext cx="2377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278624" y="1874520"/>
            <a:ext cx="1481328" cy="1051560"/>
          </a:xfrm>
          <a:prstGeom prst="roundRect">
            <a:avLst>
              <a:gd name="adj" fmla="val 6957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278624" y="1874520"/>
            <a:ext cx="148132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ML score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741664" y="1874520"/>
            <a:ext cx="2377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961120" y="1874520"/>
            <a:ext cx="1481328" cy="1051560"/>
          </a:xfrm>
          <a:prstGeom prst="roundRect">
            <a:avLst>
              <a:gd name="adj" fmla="val 695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961120" y="1874520"/>
            <a:ext cx="148132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/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pages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424160" y="1874520"/>
            <a:ext cx="2377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643616" y="1874520"/>
            <a:ext cx="1481328" cy="1051560"/>
          </a:xfrm>
          <a:prstGeom prst="roundRect">
            <a:avLst>
              <a:gd name="adj" fmla="val 6957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643616" y="1874520"/>
            <a:ext cx="148132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3383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architecture fits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8640" y="3840480"/>
            <a:ext cx="5486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Server-rendered Jinja templates — simple, inspectable, no SPA overhead.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page loads never call the external API → fast &amp; reliable.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by trade_id; sync events logged for every refresh.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locally, PostgreSQL on Render — same code, both targets.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309360" y="3383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processing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309360" y="3840480"/>
            <a:ext cx="5486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fetches trades from data-api.polymarket.com via httpx.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 normalized → side, price, size, market, timestamp.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rows feed analytics: YES/NO split, top wallets/markets, heatmap.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scores each new trade after refresh (NumPy inference, no leakage).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PolySignal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Implementation &amp; Configurations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212080" cy="2331720"/>
          </a:xfrm>
          <a:prstGeom prst="roundRect">
            <a:avLst>
              <a:gd name="adj" fmla="val 3922"/>
            </a:avLst>
          </a:prstGeom>
          <a:solidFill>
            <a:srgbClr val="F4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77240" y="1508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&amp; key libraries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Starlette · SQLAlchemy · Jinja2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httpx · SlowAPI · APScheduler · psycopg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(inference) · TensorFlow (local train only)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· Docker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97180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routes: app/main.py · app/ingest.py · app/routes/* · app/alerts.py · app/ml/*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89320" y="1371600"/>
            <a:ext cx="5669280" cy="2331720"/>
          </a:xfrm>
          <a:prstGeom prst="roundRect">
            <a:avLst>
              <a:gd name="adj" fmla="val 392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17920" y="15087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configs &amp; ML hyperparameters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217920" y="1938528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/ page limit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509760" y="1938528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0" y="2189988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Auto-refresh default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509760" y="2189988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(0 min)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0" y="2441448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min trade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509760" y="2441448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$1000 · max 3/wallet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2692908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min prior trades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509760" y="2692908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per wallet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2944368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η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509760" y="2944368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0" y="3195828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/ optimizer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509760" y="3195828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· SGD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0" y="3447288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rule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509760" y="3447288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← w + η(y − ŷ)x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3977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decisions tested &amp; adjusted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48640" y="4434840"/>
            <a:ext cx="3657600" cy="1737360"/>
          </a:xfrm>
          <a:prstGeom prst="roundRect">
            <a:avLst>
              <a:gd name="adj" fmla="val 4211"/>
            </a:avLst>
          </a:prstGeom>
          <a:solidFill>
            <a:srgbClr val="F4F7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49808" y="45720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Leakage-safe features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9808" y="51663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window per wallet — a trade's own size never feeds its own features. Excludes the value features the label is derived from.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325112" y="4434840"/>
            <a:ext cx="3657600" cy="1737360"/>
          </a:xfrm>
          <a:prstGeom prst="roundRect">
            <a:avLst>
              <a:gd name="adj" fmla="val 4211"/>
            </a:avLst>
          </a:prstGeom>
          <a:solidFill>
            <a:srgbClr val="F4F7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26280" y="45720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math, deployed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26280" y="51663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sigmoid neuron with MSE loss and SGD (η = 0.1) — exactly the perceptron from the course, trained on 288k real trades.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01584" y="4434840"/>
            <a:ext cx="3657600" cy="1737360"/>
          </a:xfrm>
          <a:prstGeom prst="roundRect">
            <a:avLst>
              <a:gd name="adj" fmla="val 4211"/>
            </a:avLst>
          </a:prstGeom>
          <a:solidFill>
            <a:srgbClr val="F4F7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302752" y="45720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TensorFlow off production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302752" y="51663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locally, export weights to JSON, serve NumPy-only inference to fit the 512 MB free-tier RAM budget.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PolySignal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Evaluation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dataset = full local database (production runs the same code on a lighter live instance).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157984" cy="1234440"/>
          </a:xfrm>
          <a:prstGeom prst="roundRect">
            <a:avLst>
              <a:gd name="adj" fmla="val 740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21579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414,889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2157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trades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25496" y="1600200"/>
            <a:ext cx="2157984" cy="1234440"/>
          </a:xfrm>
          <a:prstGeom prst="roundRect">
            <a:avLst>
              <a:gd name="adj" fmla="val 740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825496" y="1737360"/>
            <a:ext cx="21579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239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825496" y="2377440"/>
            <a:ext cx="2157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wallets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02352" y="1600200"/>
            <a:ext cx="2157984" cy="1234440"/>
          </a:xfrm>
          <a:prstGeom prst="roundRect">
            <a:avLst>
              <a:gd name="adj" fmla="val 740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102352" y="1737360"/>
            <a:ext cx="21579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59,097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102352" y="2377440"/>
            <a:ext cx="2157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markets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79208" y="1600200"/>
            <a:ext cx="2157984" cy="1234440"/>
          </a:xfrm>
          <a:prstGeom prst="roundRect">
            <a:avLst>
              <a:gd name="adj" fmla="val 740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79208" y="1737360"/>
            <a:ext cx="21579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$1.88B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379208" y="2377440"/>
            <a:ext cx="2157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trade value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656064" y="1600200"/>
            <a:ext cx="2157984" cy="1234440"/>
          </a:xfrm>
          <a:prstGeom prst="roundRect">
            <a:avLst>
              <a:gd name="adj" fmla="val 740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656064" y="1737360"/>
            <a:ext cx="21579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17,577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656064" y="2377440"/>
            <a:ext cx="2157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ML-flagged trades</a:t>
            </a:r>
            <a:endParaRPr lang="en-US" sz="1100" dirty="0"/>
          </a:p>
        </p:txBody>
      </p:sp>
      <p:pic>
        <p:nvPicPr>
          <p:cNvPr id="19" name="Image 0" descr="/home/claude/loss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200400"/>
            <a:ext cx="3977640" cy="233172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02920" y="553212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loss · 5 epochs · SGD η = 0.1 · final train MSE 0.0412.</a:t>
            </a:r>
            <a:endParaRPr lang="en-US" sz="1000" dirty="0"/>
          </a:p>
        </p:txBody>
      </p:sp>
      <p:pic>
        <p:nvPicPr>
          <p:cNvPr id="21" name="Image 1" descr="/home/claude/confus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3246120"/>
            <a:ext cx="3108960" cy="265176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7909560" y="3200400"/>
            <a:ext cx="379476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8092440" y="3291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Test-set metrics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8092440" y="3675888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9509760" y="367588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288,771 / 61,879 / 61,880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8092440" y="3973068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9509760" y="397306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0.306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8092440" y="4270248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9509760" y="427024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0.339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8092440" y="4567428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9509760" y="456742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0.322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8092440" y="4864608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MSE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9509760" y="486460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0.0412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8092440" y="5161788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rate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9509760" y="516178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~5% notable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8092440" y="5559552"/>
            <a:ext cx="3429000" cy="310896"/>
          </a:xfrm>
          <a:prstGeom prst="roundRect">
            <a:avLst>
              <a:gd name="adj" fmla="val 14706"/>
            </a:avLst>
          </a:prstGeom>
          <a:solidFill>
            <a:srgbClr val="FBF1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/>
          <p:nvPr/>
        </p:nvSpPr>
        <p:spPr>
          <a:xfrm>
            <a:off x="8183880" y="555955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B57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score, NOT a profit predictor.</a:t>
            </a:r>
            <a:endParaRPr lang="en-US" sz="1050" dirty="0"/>
          </a:p>
        </p:txBody>
      </p:sp>
      <p:sp>
        <p:nvSpPr>
          <p:cNvPr id="38" name="Text 34"/>
          <p:cNvSpPr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50292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PolySignal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572000"/>
            <a:ext cx="4023360" cy="40233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 Achievement &amp; Digital Implementation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143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Slide 1 — does it work in practice? The app is deployed to the cloud and demonstrable live.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Goals met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5394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public data ingested &amp; stored — 414k trades, no synthetic data.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method correctly applied single sigmoid neuron, MSE + SGD 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Python app, deployed via cloud Blueprint + Postgres.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Leakage-safe by design · 349 tests passing · entrepreneurial case.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217920" y="1737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limitations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17920" y="2194560"/>
            <a:ext cx="5394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predict market outcomes  score is anomaly, not profit.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Profit/outcome model tested but kept experimental: doesn't beat market-implied price (ROC 0.871 vs 0.878).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+ external AI require valid config to run.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Polymarket-dependent; outcome model is data-starved on resolved markets.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4800600"/>
            <a:ext cx="1110996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4937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path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539496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wallet /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CSV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51760" y="539496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044952" y="539496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→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trades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28032" y="539496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21224" y="539496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metrics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004304" y="539496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97496" y="539496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detail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ML signal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80576" y="539496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573768" y="539496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status /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healthz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PolySignal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774</Words>
  <Application>Microsoft Office PowerPoint</Application>
  <PresentationFormat>Widescreen</PresentationFormat>
  <Paragraphs>145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Asfahani, Habib (Stud SRH-University)</cp:lastModifiedBy>
  <cp:revision>2</cp:revision>
  <cp:lastPrinted>2026-06-29T07:37:27Z</cp:lastPrinted>
  <dcterms:created xsi:type="dcterms:W3CDTF">2026-06-29T07:35:02Z</dcterms:created>
  <dcterms:modified xsi:type="dcterms:W3CDTF">2026-06-29T07:38:51Z</dcterms:modified>
</cp:coreProperties>
</file>