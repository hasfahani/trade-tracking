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20624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PROGRAMMING  ·  RWU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0515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PolySignal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public Polymarket wallet behavior into organized, searchable, alertable intelligence.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Habib Asfahani   ·   Matrikel-Nr. 15647172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Dr.-Ing. Tobias Miunske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40416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473659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Traders, researchers &amp; journalists manually check dozens of wallets, markets, sizes and unusual activity across Polymarket — slow and easy to miss.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6552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72584" y="40416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672584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330952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72584" y="473659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add wallets, refresh trades from the public API, filter activity, flag large/unusual trades, export data, and receive Telegram alerts.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93024" y="379476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49056" y="4041648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8449056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07424" y="4069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Entrepreneurial value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49056" y="4736592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monitoring tool. Pro target $49/mo, benchmarked against comparable prediction-market analytics tools — to be validated with the first user cohort.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1996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trading bot — a monitoring &amp; analysis tool.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&amp; Methodology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concerns: refresh pulls external data · pages read only stored data · ML &amp; alerts run from saved records.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011680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231136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231136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694176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13632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913632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376672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96128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596128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059168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78624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278624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 score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741664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961120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0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pages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0424160" y="1874520"/>
            <a:ext cx="23774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643616" y="187452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10643616" y="1874520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0F1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architecture fits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3840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Server-rendered Jinja templates — simple, inspectable, no SPA overhead.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page loads never call the external API → fast &amp; reliable.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 by trade_id; sync events logged for every refresh.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locally, PostgreSQL on Render — same code, both targets.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309360" y="3383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309360" y="3840480"/>
            <a:ext cx="5486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fetches trades from data-api.polymarket.com via httpx.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normalized → side, price, size, market, timestamp.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rows feed analytics: YES/NO split, top wallets/markets, heatmap.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scores each new trade after refresh (NumPy inference, no leakage).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Implementation &amp; Configurations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21208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&amp; key libraries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4800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Starlette · SQLAlchemy · Jinja2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· SlowAPI · APScheduler · psycopg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(inference) · TensorFlow (local train only)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· optional Anthropic SDK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971800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routes: app/main.py · app/ingest.py · app/routes/* · app/alerts.py · app/ml/*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89320" y="1371600"/>
            <a:ext cx="5669280" cy="2331720"/>
          </a:xfrm>
          <a:prstGeom prst="roundRect">
            <a:avLst>
              <a:gd name="adj" fmla="val 3922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0" y="1508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configs &amp; ML hyperparameters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19385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/ page limit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509760" y="193852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218998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Auto-refresh default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509760" y="218998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(0 min)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244144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min trade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509760" y="244144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$1000 · max 3/wallet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69290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min prior trades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509760" y="269290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 wallet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294436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score threshold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509760" y="294436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0.7792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319582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/ optimizer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509760" y="319582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· Adam 0.01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44728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Pos-class weight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509760" y="3447288"/>
            <a:ext cx="2103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23.31 (3.5% positive)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decisions tested &amp; adjusted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Leakage-safe features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window per wallet — a trade's own size never feeds its own features.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25112" y="44348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MSE → BCE + class weight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26280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MSE collapsed to ~0 predictions under 3.5% imbalance; switched loss &amp; weighted the rare class.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01584" y="4434840"/>
            <a:ext cx="3657600" cy="1737360"/>
          </a:xfrm>
          <a:prstGeom prst="roundRect">
            <a:avLst>
              <a:gd name="adj" fmla="val 4211"/>
            </a:avLst>
          </a:prstGeom>
          <a:solidFill>
            <a:srgbClr val="F4F7FB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02752" y="457200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 off production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02752" y="51663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locally, export weights to JSON, serve NumPy-only inference to fit Render's 512 MB RAM.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Evaluation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dataset = full local database (production runs the same code on a lighter live instance).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48,683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trades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825496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2825496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825496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wallets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02352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102352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7,589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102352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markets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79208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379208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$300.4M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7379208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trade value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656064" y="1600200"/>
            <a:ext cx="2157984" cy="1234440"/>
          </a:xfrm>
          <a:prstGeom prst="roundRect">
            <a:avLst>
              <a:gd name="adj" fmla="val 7407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56064" y="173736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1,139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656064" y="2377440"/>
            <a:ext cx="21579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ML-flagged trades</a:t>
            </a:r>
            <a:endParaRPr lang="en-US" sz="1100" dirty="0"/>
          </a:p>
        </p:txBody>
      </p:sp>
      <p:pic>
        <p:nvPicPr>
          <p:cNvPr id="19" name="Image 0" descr="/home/claude/loss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108960"/>
            <a:ext cx="5349240" cy="29718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8640" y="6053328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 loss · 41/100 epochs · early-stop at best epoch 26 (mild overfit after).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355080" y="310896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583680" y="32186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(test set)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583680" y="36210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275320" y="36210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sigmoid neuron · NumPy inference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583680" y="39639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275320" y="39639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33,938 train / 7,272 val / 7,273 test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6583680" y="43068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ROC-AUC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275320" y="43068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0.7231  — ranks unusual trades &gt; random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583680" y="46497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PR-AUC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8275320" y="46497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0.0632  — low base rate (3.5%)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583680" y="49926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@ thr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8275320" y="49926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0.200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6583680" y="53355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@ thr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8275320" y="533552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15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0.0198 — by design, rare high-confidence flags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6583680" y="5815584"/>
            <a:ext cx="4892040" cy="365760"/>
          </a:xfrm>
          <a:prstGeom prst="roundRect">
            <a:avLst>
              <a:gd name="adj" fmla="val 12500"/>
            </a:avLst>
          </a:prstGeom>
          <a:solidFill>
            <a:srgbClr val="FBF1DF"/>
          </a:solidFill>
          <a:ln/>
        </p:spPr>
      </p:sp>
      <p:sp>
        <p:nvSpPr>
          <p:cNvPr id="36" name="Text 33"/>
          <p:cNvSpPr/>
          <p:nvPr/>
        </p:nvSpPr>
        <p:spPr>
          <a:xfrm>
            <a:off x="6675120" y="581558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B578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read: an anomaly / notability score, NOT a profit predictor.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572000"/>
            <a:ext cx="4023360" cy="4023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Achievement &amp; Digital Implementation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Slide 1 — does it work in practice? The app is deployed on Render and demonstrable live.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 met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1945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public data ingested &amp; stored (no synthetic data).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method correctly applied — perceptron math → weighted BCE neuron.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Python app, deployed via Render Blueprint + Postgres.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Entrepreneurial case: freemium tool, Pro target $49/mo (to validate).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17920" y="21945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predict market outcomes — score is anomaly, not profit.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low at deployed threshold (favors rare, confident flags).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+ external AI require valid config to run.</a:t>
            </a:r>
            <a:endParaRPr lang="en-US" sz="1350" dirty="0"/>
          </a:p>
          <a:p>
            <a:pPr marL="342900" indent="-342900">
              <a:lnSpc>
                <a:spcPts val="22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Polymarket-dependent; needs more resolved-market labels.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4800600"/>
            <a:ext cx="1110996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path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wallet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CSV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5394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44952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trades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28032" y="5394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21224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04304" y="5394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97496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detail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ML signal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80576" y="5394960"/>
            <a:ext cx="365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73768" y="5394960"/>
            <a:ext cx="1874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status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healthz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24712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" y="6400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PolySignal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2026-06-25T07:11:14Z</dcterms:created>
  <dcterms:modified xsi:type="dcterms:W3CDTF">2026-06-25T07:11:14Z</dcterms:modified>
</cp:coreProperties>
</file>